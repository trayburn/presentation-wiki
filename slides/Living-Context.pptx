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38BDF8"/>
                </a:solidFill>
                <a:latin typeface="Arial"/>
              </a:defRPr>
            </a:pPr>
            <a:r>
              <a:t>SURVIVING THE AI DELUGE</a:t>
            </a:r>
          </a:p>
          <a:p>
            <a:pPr>
              <a:spcBef>
                <a:spcPts val="1200"/>
              </a:spcBef>
              <a:defRPr sz="2600">
                <a:solidFill>
                  <a:srgbClr val="F8FAFC"/>
                </a:solidFill>
                <a:latin typeface="Arial"/>
              </a:defRPr>
            </a:pPr>
            <a:r>
              <a:t>Architecting an Agentic Memory with OKF and Obsidian</a:t>
            </a:r>
          </a:p>
          <a:p>
            <a:pPr>
              <a:spcBef>
                <a:spcPts val="32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Tim Rayburn | Vice President, Improving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Problem: The AI Information Deluge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Why trying to manually process the flood of AI changes fails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818CF8"/>
                </a:solidFill>
                <a:latin typeface="Arial"/>
              </a:defRPr>
            </a:pPr>
            <a:r>
              <a:t>1. The Information Deluge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• A weekly deluge of new models, benchmark papers, and API updates.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• Bookmarks and traditional wikis fail because manual curation takes too long.</a:t>
            </a:r>
          </a:p>
          <a:p>
            <a:pPr>
              <a:defRPr sz="1600">
                <a:solidFill>
                  <a:srgbClr val="F8FAFC"/>
                </a:solidFill>
                <a:latin typeface="Arial"/>
              </a:defRPr>
            </a:pPr>
            <a:r>
              <a:t>• Tuning out is risky—ignoring token economics or model limits costs real money.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818CF8"/>
                </a:solidFill>
                <a:latin typeface="Arial"/>
              </a:defRPr>
            </a:pPr>
            <a:r>
              <a:t>2. The Cognitive Tax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• Cognitive Surrender: Overwhelmed users stop reasoning and accept faulty outputs.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• Cognitive Debt: Relying on AI generation without comprehension degrades memory.</a:t>
            </a:r>
          </a:p>
          <a:p>
            <a:pPr>
              <a:defRPr sz="1600">
                <a:solidFill>
                  <a:srgbClr val="F8FAFC"/>
                </a:solidFill>
                <a:latin typeface="Arial"/>
              </a:defRPr>
            </a:pPr>
            <a:r>
              <a:t>• Need: A structured filter to separate high-value signals from marketing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Pattern: Living Context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Using agents to filter, summarize, and structure the flood of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Instead of manual curation, deploy AI agents to manage your team's knowledge flow.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1. Automated Ingestion: AI agents parse incoming raw PDFs, blog posts, and study clippings on arrival, extracting key developer impact points.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2. Open Knowledge Format (OKF): Write insights into clean, version-controlled markdown notes with metadata headers. No custom database needed.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3. Obsidian Graph Curation: Use Obsidian's auto-generated semantic graph to map dependencies, review linkages, and audit the ingested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Open Knowledge Format (OKF)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A minimal, human-readable, and agent-friendly knowledge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OKF Architecture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rial"/>
              </a:defRPr>
            </a:pPr>
            <a:r>
              <a:t>• Directory of Markdown: No proprietary database or schema registries needed.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rial"/>
              </a:defRPr>
            </a:pPr>
            <a:r>
              <a:t>• YAML Frontmatter: Forces metadata discipline: 'type', 'title', 'tags', 'timestamp'.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rial"/>
              </a:defRPr>
            </a:pPr>
            <a:r>
              <a:t>• Citations &amp; Links: Standard Markdown relative links construct the semantic graph.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0116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94A3B8"/>
                </a:solidFill>
                <a:latin typeface="Arial"/>
              </a:defRPr>
            </a:pPr>
            <a:r>
              <a:t>Sample Concept Document</a:t>
            </a:r>
          </a:p>
          <a:p>
            <a:pPr>
              <a:defRPr sz="1300">
                <a:solidFill>
                  <a:srgbClr val="F8FAFC"/>
                </a:solidFill>
                <a:latin typeface="Courier New"/>
              </a:defRPr>
            </a:pPr>
            <a:r>
              <a:t>---</a:t>
            </a:r>
            <a:br/>
            <a:r>
              <a:t>type: Reference</a:t>
            </a:r>
            <a:br/>
            <a:r>
              <a:t>title: BCG &amp; Harvard AI Field Study</a:t>
            </a:r>
            <a:br/>
            <a:r>
              <a:t>tags: [ai-adoption, research]</a:t>
            </a:r>
            <a:br/>
            <a:r>
              <a:t>timestamp: 2026-06-29T11:50:00Z</a:t>
            </a:r>
            <a:br/>
            <a:r>
              <a:t>---</a:t>
            </a:r>
            <a:br/>
            <a:r>
              <a:t># Summary</a:t>
            </a:r>
            <a:br/>
            <a:r>
              <a:t>Study of 758 consultants showing GPT-4 quality boost (40%)</a:t>
            </a:r>
            <a:br/>
            <a:r>
              <a:t>vs. out-of-boundary quality drop (19 percentage points).</a:t>
            </a:r>
            <a:br/>
            <a:br/>
            <a:r>
              <a:t>See also [MIT Study](/sources/mit-cognitive-debt.md).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Ingestion Canon: The Data We Cured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Key studies loaded into our demonstration knowledge archive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818CF8"/>
                </a:solidFill>
                <a:latin typeface="Arial"/>
              </a:defRPr>
            </a:pPr>
            <a:r>
              <a:t>1. BCG &amp; Harvard Study (SSRN 2023)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   Analyzed 758 consultants. AI boosted in-frontier quality by 40%, but decreased out-of-frontier accuracy by 19 percentage points when trust was uncalibrated.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818CF8"/>
                </a:solidFill>
                <a:latin typeface="Arial"/>
              </a:defRPr>
            </a:pPr>
            <a:r>
              <a:t>2. MIT Media Lab Study (arXiv 2025)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   Measured cognitive debt. EEG scans showed reduced brain activity during AI-assisted drafting, and 83% of ChatGPT writers could not recall what they wrote.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818CF8"/>
                </a:solidFill>
                <a:latin typeface="Arial"/>
              </a:defRPr>
            </a:pPr>
            <a:r>
              <a:t>3. Wharton Study on Cognitive Surrender (2025)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   Analyzed 1,372 participants. High trust led users to stop constructing answers entirely—yielding an 80% follow-rate on faulty AI outputs.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818CF8"/>
                </a:solidFill>
                <a:latin typeface="Arial"/>
              </a:defRPr>
            </a:pPr>
            <a:r>
              <a:t>4. Devlin Liles' 'The Meter Picks the Winners' (2026)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   Explored tokenizer repricing, high per-user consumption variance, and building local owned floors (DGX Sparks) to anchor model 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LIVE DEMO: Taming the Deluge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Let's look at the tools...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Interactive Walkthrough Outline: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1. Ingestion: Run a Python script that takes a raw PDF clipping and writes a structured OKF document.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2. Visualization: Open the resulting folder directly in Obsidian to view the frontmatter and updated graph view.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3. Cross-Linking: Watch how Obsidian's internal linking mirrors the agent's semantic relationships.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4. Consumption: Execute a local RAG agent that traverses OKF links to answer architectural and cost queries.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Monday Morning Roadmap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How to build your team's AI information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• Initialize a Shared Git Repo</a:t>
            </a:r>
          </a:p>
          <a:p>
            <a:pPr>
              <a:defRPr sz="1500">
                <a:solidFill>
                  <a:srgbClr val="F8FAFC"/>
                </a:solidFill>
                <a:latin typeface="Arial"/>
              </a:defRPr>
            </a:pPr>
            <a:r>
              <a:t>  Establish a minimal OKF folder structure for your team's architecture, specs, and reference materials. Treat it as code.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• Automate Ingestion Gardens</a:t>
            </a:r>
          </a:p>
          <a:p>
            <a:pPr>
              <a:defRPr sz="1500">
                <a:solidFill>
                  <a:srgbClr val="F8FAFC"/>
                </a:solidFill>
                <a:latin typeface="Arial"/>
              </a:defRPr>
            </a:pPr>
            <a:r>
              <a:t>  Set up simple post-commit hooks or scheduler tasks that convert Slack decisions, transcripts, and meeting summaries into OKF.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• Enforce Routing Rubrics</a:t>
            </a:r>
          </a:p>
          <a:p>
            <a:pPr>
              <a:defRPr sz="1500">
                <a:solidFill>
                  <a:srgbClr val="F8FAFC"/>
                </a:solidFill>
                <a:latin typeface="Arial"/>
              </a:defRPr>
            </a:pPr>
            <a:r>
              <a:t>  Use your team's knowledge index as a routing rulebook—direct routine questions to cheap local/open models, saving premium APIs for frontier reasoning.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• Defend Against Cognitive Debt</a:t>
            </a:r>
          </a:p>
          <a:p>
            <a:pPr>
              <a:defRPr sz="1500">
                <a:solidFill>
                  <a:srgbClr val="F8FAFC"/>
                </a:solidFill>
                <a:latin typeface="Arial"/>
              </a:defRPr>
            </a:pPr>
            <a:r>
              <a:t>  Maintain a 'nemesis review' posture. Audit AI-generated code and specs with higher skepticism than human colleague contributions.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